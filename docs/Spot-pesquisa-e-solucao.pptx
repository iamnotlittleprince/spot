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20 segundos.,Abertura: “O Spot nasceu de um problema real da Computécnica e foi orientado pelos resultados de uma pesquisa com o mercado.”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50 segundos.,Destaque os três percentuais, sem explicar metodologia se ninguém perguntar.,Transição: “A pergunta aberta mostrou como essa solução deveria ser.”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55 segundos.,Frase-chave: “O mercado não pediu mais um sistema; pediu um sistema simples, visual, integrado e com controle financeiro.”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55 segundos.,Mostre que pesquisa e contexto interno apontam para a mesma direção.,Não leia todos os itens; use um exemplo de cada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 e 10 segundos.,Este é o slide central: explique duas ou três relações e deixe as demais visíveis.,Transição: “Para sustentar essas decisões, estruturamos o sistema em camadas.”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minuto.,Explique a arquitetura de cima para baixo.,Se perguntarem: desenvolvimento, testes e produção usam PostgreSQL; os testes locais usam um schema isolado.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50 segundos + transição para a demo.,Roteiro da demo: tutorial → projeto → tarefa/horas/despesa → resultado → finalizar e mostrar bloqueio.,Deixe este slide aberto caso a demonstração demore a iniciar.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758395"/>
                </a:solidFill>
              </a:rPr>
              <a:t>SPOT  •  PESQUISA E SOLUÇÃO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685800"/>
            <a:ext cx="2194560" cy="2194560"/>
          </a:xfrm>
          <a:prstGeom prst="ellipse">
            <a:avLst/>
          </a:prstGeom>
          <a:solidFill>
            <a:srgbClr val="19B5D1">
              <a:alpha val="82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4069080"/>
            <a:ext cx="2926080" cy="2926080"/>
          </a:xfrm>
          <a:prstGeom prst="ellipse">
            <a:avLst/>
          </a:prstGeom>
          <a:solidFill>
            <a:srgbClr val="19B5D1">
              <a:alpha val="52000"/>
            </a:srgbClr>
          </a:solidFill>
          <a:ln w="12700">
            <a:solidFill>
              <a:srgbClr val="19B5D1">
                <a:alpha val="0"/>
              </a:srgbClr>
            </a:solidFill>
            <a:prstDash val="solid"/>
          </a:ln>
        </p:spPr>
      </p:sp>
      <p:pic>
        <p:nvPicPr>
          <p:cNvPr id="5" name="Image 0" descr="/home/alexander/Documentos/Spot/docs/../public/spo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66928"/>
            <a:ext cx="118872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" y="1481328"/>
            <a:ext cx="2084832" cy="274320"/>
          </a:xfrm>
          <a:prstGeom prst="roundRect">
            <a:avLst>
              <a:gd name="adj" fmla="val 50000"/>
            </a:avLst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153619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</a:rPr>
              <a:t>PESQUISA  →  PRODUTO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Spot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94944" y="2907792"/>
            <a:ext cx="6537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8E8F2"/>
                </a:solidFill>
              </a:rPr>
              <a:t>Da dor do mercado a uma solução própria para gestão de projetos.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4944" y="5897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0D1"/>
                </a:solidFill>
              </a:rPr>
              <a:t>Computécnica  •  apresentação de 15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PESQUISA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O problema é recorrente — e afeta o negócio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Os resultados mostram uma lacuna entre reconhecer a importância da gestão e possuir uma solução adequada.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" y="1828800"/>
            <a:ext cx="32735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828800"/>
            <a:ext cx="73152" cy="1261872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63,8%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1248" y="252374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já enfrentaram dificuldade de organização em projetos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1828800"/>
            <a:ext cx="32735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828800"/>
            <a:ext cx="73152" cy="1261872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993392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88,3%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389120" y="252374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reconhecem impacto direto no faturamento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08392" y="1828800"/>
            <a:ext cx="32735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8392" y="1828800"/>
            <a:ext cx="73152" cy="1261872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993392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63,1%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936992" y="252374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não possuem sistema especializado de gestão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" y="3456432"/>
            <a:ext cx="10369296" cy="1664208"/>
          </a:xfrm>
          <a:prstGeom prst="roundRect">
            <a:avLst>
              <a:gd name="adj" fmla="val 54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767328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Mesmo entre quem já usa software, a satisfação é apenas moderada.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05840" y="4370832"/>
            <a:ext cx="958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9B5D1"/>
                </a:solidFill>
              </a:rPr>
              <a:t>A oportunidade não é apenas digitalizar: é substituir ferramentas ruins ou inadequadas.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04488" y="5513832"/>
            <a:ext cx="3822192" cy="274320"/>
          </a:xfrm>
          <a:prstGeom prst="roundRect">
            <a:avLst>
              <a:gd name="adj" fmla="val 50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5568696"/>
            <a:ext cx="3675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DOR PRINCIPAL: ORGANIZAÇÃO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EXPECTATIVA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A prioridade é simplicidade com visão de negócio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Na pergunta aberta, usabilidade apareceu à frente de recursos técnicos avançados.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9B5D1"/>
                </a:solidFill>
              </a:rPr>
              <a:t>12 respostas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citaram interface intuitiva e fácil de usar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C6DBE8"/>
                </a:solidFill>
              </a:rPr>
              <a:t>Usabilidade não é acabamento; é requisito central do produto.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36592" y="1883664"/>
            <a:ext cx="420624" cy="420624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984248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8470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Integração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Microsoft 365 e ferramentas já adotadas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2505456"/>
            <a:ext cx="539496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2871216"/>
            <a:ext cx="420624" cy="420624"/>
          </a:xfrm>
          <a:prstGeom prst="ellipse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2971800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28346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Visibilidade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28437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Dashboards e indicadores em tempo real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3493008"/>
            <a:ext cx="539496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3858768"/>
            <a:ext cx="420624" cy="420624"/>
          </a:xfrm>
          <a:prstGeom prst="ellipse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3959352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38221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Financeiro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95160" y="383133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Custos, horas e comparação planejado × realizado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94960" y="4480560"/>
            <a:ext cx="539496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4846320"/>
            <a:ext cx="420624" cy="420624"/>
          </a:xfrm>
          <a:prstGeom prst="ellipse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7176" y="4946904"/>
            <a:ext cx="219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48097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Automação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95160" y="4818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IA como evolução, em menor escala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23560" y="5596128"/>
            <a:ext cx="4892040" cy="274320"/>
          </a:xfrm>
          <a:prstGeom prst="roundRect">
            <a:avLst>
              <a:gd name="adj" fmla="val 50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5650992"/>
            <a:ext cx="4745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SIMPLES  •  VISUAL  •  INTEGRADO  •  FINANCEIRO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Um problema real da Computécnica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O projeto substitui uma ferramenta antiga por uma solução própria, moderna e sem licenciamento externo.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364992" cy="376732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103120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15798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743200"/>
            <a:ext cx="27889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Telas pouco integradas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Gráficos pouco interativos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Sem acesso por cargo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Custos e mão de obra difíceis de acompanhar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364992" cy="376732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103120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215798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OBJETIVO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26864" y="2743200"/>
            <a:ext cx="27889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Cadastrar e organizar projetos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Planejar horas e finanças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Registrar despesas e execução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Comparar planejado × realizado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9872" y="1828800"/>
            <a:ext cx="3364992" cy="376732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103120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157984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JUSTIFICATIVA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75904" y="2743200"/>
            <a:ext cx="27889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Atacar uma necessidade interna real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Melhorar comunicação entre áreas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Dar previsibilidade financeira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72B3A"/>
                </a:solidFill>
              </a:rPr>
              <a:t>Elevar satisfação e controle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DECISÕES DE PROJETO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Cada dor virou uma resposta concreta no Spot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pesquisa foi traduzida em regras, módulos e escolhas de experiência.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75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9B5D1"/>
                </a:solidFill>
              </a:rPr>
              <a:t>DOR IDENTIFICADA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975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9B5D1"/>
                </a:solidFill>
              </a:rPr>
              <a:t>RESPOSTA NO SISTEMA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10789920" cy="530352"/>
          </a:xfrm>
          <a:prstGeom prst="roundRect">
            <a:avLst>
              <a:gd name="adj" fmla="val 8621"/>
            </a:avLst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Organização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2569464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Status e situação claros; projetos finalizados bloqueiam edições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107899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255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Controle financeiro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227832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Despesas, valor/hora e planejado × executado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767328"/>
            <a:ext cx="10789920" cy="530352"/>
          </a:xfrm>
          <a:prstGeom prst="roundRect">
            <a:avLst>
              <a:gd name="adj" fmla="val 8621"/>
            </a:avLst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Baixa usabilidade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886200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Interface moderna, visual e orientada à tarefa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425696"/>
            <a:ext cx="107899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Projetos distintos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4544568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Fluxos interno/externo; cliente e gestores definidos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084064"/>
            <a:ext cx="10789920" cy="530352"/>
          </a:xfrm>
          <a:prstGeom prst="roundRect">
            <a:avLst>
              <a:gd name="adj" fmla="val 8621"/>
            </a:avLst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5230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Acesso por cargo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51960" y="5202936"/>
            <a:ext cx="6629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Perfis e permissões específicas por função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TECNOLOGIA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Stack moderna e arquitetura em camadas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Frontend, API, domínio e dados permanecem separados para facilitar evolução e manutenção.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744200" cy="749808"/>
          </a:xfrm>
          <a:prstGeom prst="roundRect">
            <a:avLst>
              <a:gd name="adj" fmla="val 12195"/>
            </a:avLst>
          </a:prstGeom>
          <a:solidFill>
            <a:srgbClr val="EEF7F9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55648"/>
            <a:ext cx="91440" cy="749808"/>
          </a:xfrm>
          <a:prstGeom prst="rect">
            <a:avLst/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11096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9B5D1"/>
                </a:solidFill>
              </a:rPr>
              <a:t>INTERFACE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1883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React 18 + Vite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8928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SPA responsiva, componentes e navegação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715768"/>
            <a:ext cx="10744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15768"/>
            <a:ext cx="91440" cy="749808"/>
          </a:xfrm>
          <a:prstGeom prst="rect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871216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7DAD"/>
                </a:solidFill>
              </a:rPr>
              <a:t>API &amp; SEGURANÇA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8437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Laravel 13 • PHP 8.3 • Sanctum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89320" y="28529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REST /api/v1, sessão, CSRF, OAuth e permissões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675888"/>
            <a:ext cx="10744200" cy="749808"/>
          </a:xfrm>
          <a:prstGeom prst="roundRect">
            <a:avLst>
              <a:gd name="adj" fmla="val 12195"/>
            </a:avLst>
          </a:prstGeom>
          <a:solidFill>
            <a:srgbClr val="EEF7F9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75888"/>
            <a:ext cx="91440" cy="749808"/>
          </a:xfrm>
          <a:prstGeom prst="rect">
            <a:avLst/>
          </a:prstGeom>
          <a:solidFill>
            <a:srgbClr val="7467D8"/>
          </a:solidFill>
          <a:ln w="12700">
            <a:solidFill>
              <a:srgbClr val="7467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831336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67D8"/>
                </a:solidFill>
              </a:rPr>
              <a:t>REGRAS DE NEGÓCIO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80390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Controllers • Requests • Domain Actions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9320" y="38130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Projetos, horas, despesas, convites e auditoria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636008"/>
            <a:ext cx="107442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636008"/>
            <a:ext cx="91440" cy="749808"/>
          </a:xfrm>
          <a:prstGeom prst="rect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791456"/>
            <a:ext cx="1874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9B69"/>
                </a:solidFill>
              </a:rPr>
              <a:t>DADOS &amp; INDICADORES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47640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PostgreSQL • Python + Pandas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9320" y="47731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0758A"/>
                </a:solidFill>
              </a:rPr>
              <a:t>Persistência, relatórios e consolidação analítica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880360" y="5815584"/>
            <a:ext cx="6446520" cy="274320"/>
          </a:xfrm>
          <a:prstGeom prst="roundRect">
            <a:avLst>
              <a:gd name="adj" fmla="val 50000"/>
            </a:avLst>
          </a:prstGeom>
          <a:solidFill>
            <a:srgbClr val="E5F7FA"/>
          </a:solidFill>
          <a:ln w="12700">
            <a:solidFill>
              <a:srgbClr val="E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53512" y="5870448"/>
            <a:ext cx="6300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7DAD"/>
                </a:solidFill>
              </a:rPr>
              <a:t>ESTRUTURA: FRONTEND  →  API  →  DOMÍNIO  →  BANCO / ANALYTICS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9B5D1"/>
                </a:solidFill>
              </a:rPr>
              <a:t>CONCLUSÃO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Pesquisa validada. Solução traduzida. Agora, o sistema.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225296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 demonstração conecta as evidências da pesquisa aos fluxos implementados.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703320" cy="4069080"/>
          </a:xfrm>
          <a:prstGeom prst="roundRect">
            <a:avLst>
              <a:gd name="adj" fmla="val 2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Síntese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9264" y="274320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B5D1"/>
                </a:solidFill>
              </a:rPr>
              <a:t>O Spot não é apenas “mais uma ferramenta”.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3730752"/>
            <a:ext cx="2880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É uma resposta simples, visual e integrada para organizar projetos e transformar execução em controle financeiro.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5230368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19B5D1"/>
          </a:solidFill>
          <a:ln w="12700">
            <a:solidFill>
              <a:srgbClr val="19B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5285232"/>
            <a:ext cx="2596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A43"/>
                </a:solidFill>
              </a:rPr>
              <a:t>PRÓXIMO: DEMONSTRAÇÃO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865376"/>
            <a:ext cx="402336" cy="402336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196596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8470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Tutorial guiado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Mostre como o usuário aprende a navegar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624328"/>
            <a:ext cx="402336" cy="402336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7249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26060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Projeto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615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Cadastro, status, responsáveis e fluxo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383280"/>
            <a:ext cx="402336" cy="402336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34838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33649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52360" y="3374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Tarefas, horas e despesas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4142232"/>
            <a:ext cx="402336" cy="402336"/>
          </a:xfrm>
          <a:prstGeom prst="ellipse">
            <a:avLst/>
          </a:prstGeom>
          <a:solidFill>
            <a:srgbClr val="147DAD"/>
          </a:solidFill>
          <a:ln w="12700">
            <a:solidFill>
              <a:srgbClr val="147D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424281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41239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Resultado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Planejado × realizado e indicadores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4901184"/>
            <a:ext cx="402336" cy="402336"/>
          </a:xfrm>
          <a:prstGeom prst="ellipse">
            <a:avLst/>
          </a:prstGeom>
          <a:solidFill>
            <a:srgbClr val="2E9B69"/>
          </a:solidFill>
          <a:ln w="12700">
            <a:solidFill>
              <a:srgbClr val="2E9B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500176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48828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Governança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5236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58A"/>
                </a:solidFill>
              </a:rPr>
              <a:t>Permissões e bloqueio após finalização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582472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7DAD"/>
                </a:solidFill>
              </a:rPr>
              <a:t>6 min slides  •  8 min demonstração  •  1 min de margem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583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Computécnica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— da pesquisa à solução</dc:title>
  <dc:subject>Pesquisa, solução e arquitetura do Spot</dc:subject>
  <dc:creator>Equipe Spot</dc:creator>
  <cp:lastModifiedBy>Equipe Spot</cp:lastModifiedBy>
  <cp:revision>1</cp:revision>
  <dcterms:created xsi:type="dcterms:W3CDTF">2026-09-23T16:55:03Z</dcterms:created>
  <dcterms:modified xsi:type="dcterms:W3CDTF">2026-09-23T16:55:03Z</dcterms:modified>
</cp:coreProperties>
</file>